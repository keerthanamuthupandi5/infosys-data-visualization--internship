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62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49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314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53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425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525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71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05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85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15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595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7786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094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468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72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459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50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80B5A47-6206-4CEA-AFF5-B3DA6F7E9E7D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5EAD0-FBDA-4198-AAB0-393714E02C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4761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E6A460-2A63-4782-A9C0-1CACA7FAE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518" y="2609562"/>
            <a:ext cx="6670964" cy="175462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 DATA  ANALYSIS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- I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1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1B9E-6F13-4E53-BA20-077DEBEE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256"/>
            <a:ext cx="10515600" cy="11914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9313-9F3A-43C4-A0FE-B3B55A9A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418" y="1039091"/>
            <a:ext cx="10515600" cy="519545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Functions: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SUM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Total Sales = SUM(Walmart[Sales])</a:t>
            </a: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2.AVERAGE 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Avg Processing Days = DATEDIFF(Walmart[Order Date], Walmart[Ship Date], Day)</a:t>
            </a: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COUNT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Total Order Count = COUNT(Walmart[Order ID])</a:t>
            </a:r>
          </a:p>
        </p:txBody>
      </p:sp>
    </p:spTree>
    <p:extLst>
      <p:ext uri="{BB962C8B-B14F-4D97-AF65-F5344CB8AC3E}">
        <p14:creationId xmlns:p14="http://schemas.microsoft.com/office/powerpoint/2010/main" val="3376110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1DB-FFFF-4AC6-9244-A1E9BAE7A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236"/>
            <a:ext cx="10515600" cy="1089602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Intelligence Functions: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9642B-23DE-48B8-B031-0837ABF5D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9043"/>
            <a:ext cx="10515600" cy="5309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4.DATEDIFF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Processing Days = DATEDIFF(Walmart[Order Date], Walmart[Ship Date], Day)</a:t>
            </a: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5.TOTALYTD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Total Sales YTD = TOTALYTD(SUM(Walmart[Sales]), Walmart[Order Date]</a:t>
            </a:r>
          </a:p>
        </p:txBody>
      </p:sp>
    </p:spTree>
    <p:extLst>
      <p:ext uri="{BB962C8B-B14F-4D97-AF65-F5344CB8AC3E}">
        <p14:creationId xmlns:p14="http://schemas.microsoft.com/office/powerpoint/2010/main" val="133140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43BD4-5B47-4414-9679-7A78C9740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09" y="1"/>
            <a:ext cx="10515600" cy="112221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Functions: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6D35-5D9E-4063-8991-4A71FF0B3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0358"/>
            <a:ext cx="10515600" cy="5517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SWITCH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Shipping Speed = 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SWITCH(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TRUE(),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Walmart[Processing Days] &lt;= 2,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“Fast Shipping”,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Walmart[Processing Days] &lt;= 5,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“Average Shipping”,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“Slow Shipping”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1698464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6C48-706D-4494-ACBD-BF5788B1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23348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7.IF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150CE-8E19-494A-AA39-394EEAAA6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5101"/>
            <a:ext cx="10820400" cy="5981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Order Type = 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IF(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Walmart[Quantity] &gt; 10,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“Bulk Order”,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“ Regular Order”)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Functions : 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CONCATENATE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City = 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CONCATENATE (Walmart[Customer Name], “_” &amp; Walmart[City])</a:t>
            </a:r>
          </a:p>
        </p:txBody>
      </p:sp>
    </p:spTree>
    <p:extLst>
      <p:ext uri="{BB962C8B-B14F-4D97-AF65-F5344CB8AC3E}">
        <p14:creationId xmlns:p14="http://schemas.microsoft.com/office/powerpoint/2010/main" val="147645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8CEF-4714-4DEF-953D-5C79DDB4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218"/>
            <a:ext cx="10515600" cy="89563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 Functions: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7297F-FFF3-4995-B083-E4B1B8AAA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6072"/>
            <a:ext cx="10515600" cy="5488709"/>
          </a:xfrm>
        </p:spPr>
        <p:txBody>
          <a:bodyPr/>
          <a:lstStyle/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FILTER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Orders Count = 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CALCULATE (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COUNT(Walmart[Order ID], 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FILTER(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Walmart, Walmart[Status] = “Delay”))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Statistical Calculations: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10.Variance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Amount Variance = VAR.P(Walmart[Sales])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9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D0B6-99AF-4BFA-B27F-AA1DB7EC7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43453"/>
            <a:ext cx="10515600" cy="77094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983ED5-E69B-4910-8828-0FF8BA032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3376" y="914401"/>
            <a:ext cx="9545246" cy="5451349"/>
          </a:xfrm>
        </p:spPr>
      </p:pic>
    </p:spTree>
    <p:extLst>
      <p:ext uri="{BB962C8B-B14F-4D97-AF65-F5344CB8AC3E}">
        <p14:creationId xmlns:p14="http://schemas.microsoft.com/office/powerpoint/2010/main" val="2381084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2FDEA-2461-4795-AE07-A027AA7AF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5744" y="779071"/>
            <a:ext cx="10000512" cy="554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93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214</TotalTime>
  <Words>281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Times New Roman</vt:lpstr>
      <vt:lpstr>Wingdings</vt:lpstr>
      <vt:lpstr>Wingdings 3</vt:lpstr>
      <vt:lpstr>Ion</vt:lpstr>
      <vt:lpstr>SALES  DATA  ANALYSIS  Milestone - I </vt:lpstr>
      <vt:lpstr>DAX Functions</vt:lpstr>
      <vt:lpstr>Time Intelligence Functions:</vt:lpstr>
      <vt:lpstr>Logical Functions:</vt:lpstr>
      <vt:lpstr>      7.IF</vt:lpstr>
      <vt:lpstr>Filtering  Functions:</vt:lpstr>
      <vt:lpstr>Dashboard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</dc:title>
  <dc:creator>keerthana muthupandi</dc:creator>
  <cp:lastModifiedBy>keerthana muthupandi</cp:lastModifiedBy>
  <cp:revision>13</cp:revision>
  <dcterms:created xsi:type="dcterms:W3CDTF">2024-10-28T09:39:54Z</dcterms:created>
  <dcterms:modified xsi:type="dcterms:W3CDTF">2024-10-28T13:15:34Z</dcterms:modified>
</cp:coreProperties>
</file>